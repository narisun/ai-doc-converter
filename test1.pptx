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8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61692A-1F60-43ED-A39F-8496219BCEB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F7132-5995-4BED-B520-FA482F1CA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8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bd904a3ed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bd904a3ed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gnific.com/app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1367" y="4133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46539" y="396829"/>
            <a:ext cx="5791200" cy="254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667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46536" y="5309341"/>
            <a:ext cx="2218800" cy="75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67">
                <a:latin typeface="Bricolage Grotesque Light"/>
                <a:ea typeface="Bricolage Grotesque Light"/>
                <a:cs typeface="Bricolage Grotesque Light"/>
                <a:sym typeface="Bricolage Grotesq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600">
              <a:solidFill>
                <a:schemeClr val="lt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  <p:extLst>
      <p:ext uri="{BB962C8B-B14F-4D97-AF65-F5344CB8AC3E}">
        <p14:creationId xmlns:p14="http://schemas.microsoft.com/office/powerpoint/2010/main" val="1217132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>
            <a:spLocks noGrp="1"/>
          </p:cNvSpPr>
          <p:nvPr>
            <p:ph type="pic" idx="2"/>
          </p:nvPr>
        </p:nvSpPr>
        <p:spPr>
          <a:xfrm>
            <a:off x="33" y="-8167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04800" y="5139600"/>
            <a:ext cx="8179600" cy="141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3" hasCustomPrompt="1"/>
          </p:nvPr>
        </p:nvSpPr>
        <p:spPr>
          <a:xfrm>
            <a:off x="304800" y="304784"/>
            <a:ext cx="1691200" cy="169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61149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04800" y="415235"/>
            <a:ext cx="11582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</a:defRPr>
            </a:lvl1pPr>
            <a:lvl2pPr lvl="1" algn="r">
              <a:buNone/>
              <a:defRPr>
                <a:solidFill>
                  <a:schemeClr val="lt1"/>
                </a:solidFill>
              </a:defRPr>
            </a:lvl2pPr>
            <a:lvl3pPr lvl="2" algn="r">
              <a:buNone/>
              <a:defRPr>
                <a:solidFill>
                  <a:schemeClr val="lt1"/>
                </a:solidFill>
              </a:defRPr>
            </a:lvl3pPr>
            <a:lvl4pPr lvl="3" algn="r">
              <a:buNone/>
              <a:defRPr>
                <a:solidFill>
                  <a:schemeClr val="lt1"/>
                </a:solidFill>
              </a:defRPr>
            </a:lvl4pPr>
            <a:lvl5pPr lvl="4" algn="r">
              <a:buNone/>
              <a:defRPr>
                <a:solidFill>
                  <a:schemeClr val="lt1"/>
                </a:solidFill>
              </a:defRPr>
            </a:lvl5pPr>
            <a:lvl6pPr lvl="5" algn="r">
              <a:buNone/>
              <a:defRPr>
                <a:solidFill>
                  <a:schemeClr val="lt1"/>
                </a:solidFill>
              </a:defRPr>
            </a:lvl6pPr>
            <a:lvl7pPr lvl="6" algn="r">
              <a:buNone/>
              <a:defRPr>
                <a:solidFill>
                  <a:schemeClr val="lt1"/>
                </a:solidFill>
              </a:defRPr>
            </a:lvl7pPr>
            <a:lvl8pPr lvl="7" algn="r">
              <a:buNone/>
              <a:defRPr>
                <a:solidFill>
                  <a:schemeClr val="lt1"/>
                </a:solidFill>
              </a:defRPr>
            </a:lvl8pPr>
            <a:lvl9pPr lvl="8" algn="r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17061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554733" y="402400"/>
            <a:ext cx="6308400" cy="20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566871" y="4039595"/>
            <a:ext cx="2816400" cy="24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566864" y="2959333"/>
            <a:ext cx="2816400" cy="9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3969064" y="4039580"/>
            <a:ext cx="2816400" cy="24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3981031" y="2959333"/>
            <a:ext cx="2816400" cy="9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>
            <a:spLocks noGrp="1"/>
          </p:cNvSpPr>
          <p:nvPr>
            <p:ph type="pic" idx="5"/>
          </p:nvPr>
        </p:nvSpPr>
        <p:spPr>
          <a:xfrm>
            <a:off x="7395200" y="953400"/>
            <a:ext cx="3693600" cy="51612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45160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57746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5331200" cy="192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2146167" y="2754833"/>
            <a:ext cx="5098800" cy="33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>
            <a:spLocks noGrp="1"/>
          </p:cNvSpPr>
          <p:nvPr>
            <p:ph type="pic" idx="2"/>
          </p:nvPr>
        </p:nvSpPr>
        <p:spPr>
          <a:xfrm>
            <a:off x="7621132" y="0"/>
            <a:ext cx="45708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91061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1850800" y="1742800"/>
            <a:ext cx="8490400" cy="337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64244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960085" y="2106833"/>
            <a:ext cx="4796000" cy="31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2"/>
          </p:nvPr>
        </p:nvSpPr>
        <p:spPr>
          <a:xfrm>
            <a:off x="6435915" y="2106833"/>
            <a:ext cx="4796000" cy="31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24441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566865" y="6066000"/>
            <a:ext cx="3642400" cy="48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0248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>
            <a:spLocks noGrp="1"/>
          </p:cNvSpPr>
          <p:nvPr>
            <p:ph type="title" hasCustomPrompt="1"/>
          </p:nvPr>
        </p:nvSpPr>
        <p:spPr>
          <a:xfrm>
            <a:off x="1712000" y="2603800"/>
            <a:ext cx="8768000" cy="10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>
            <a:spLocks noGrp="1"/>
          </p:cNvSpPr>
          <p:nvPr>
            <p:ph type="subTitle" idx="1"/>
          </p:nvPr>
        </p:nvSpPr>
        <p:spPr>
          <a:xfrm>
            <a:off x="1712000" y="3755000"/>
            <a:ext cx="8768000" cy="49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04555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094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466067" y="409033"/>
            <a:ext cx="11145200" cy="9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2" hasCustomPrompt="1"/>
          </p:nvPr>
        </p:nvSpPr>
        <p:spPr>
          <a:xfrm>
            <a:off x="304800" y="1441051"/>
            <a:ext cx="1794400" cy="97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333">
                <a:solidFill>
                  <a:schemeClr val="accent1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3" hasCustomPrompt="1"/>
          </p:nvPr>
        </p:nvSpPr>
        <p:spPr>
          <a:xfrm>
            <a:off x="304800" y="3923595"/>
            <a:ext cx="1794400" cy="97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333">
                <a:solidFill>
                  <a:schemeClr val="accent1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4" hasCustomPrompt="1"/>
          </p:nvPr>
        </p:nvSpPr>
        <p:spPr>
          <a:xfrm>
            <a:off x="304800" y="2683723"/>
            <a:ext cx="1794400" cy="97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333">
                <a:solidFill>
                  <a:schemeClr val="accent1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5" hasCustomPrompt="1"/>
          </p:nvPr>
        </p:nvSpPr>
        <p:spPr>
          <a:xfrm>
            <a:off x="304800" y="5163467"/>
            <a:ext cx="1794400" cy="97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333">
                <a:solidFill>
                  <a:schemeClr val="accent1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920100" y="1572867"/>
            <a:ext cx="4028000" cy="7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6"/>
          </p:nvPr>
        </p:nvSpPr>
        <p:spPr>
          <a:xfrm>
            <a:off x="1920100" y="4053533"/>
            <a:ext cx="4028000" cy="7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7"/>
          </p:nvPr>
        </p:nvSpPr>
        <p:spPr>
          <a:xfrm>
            <a:off x="1920100" y="2813200"/>
            <a:ext cx="4028000" cy="7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8"/>
          </p:nvPr>
        </p:nvSpPr>
        <p:spPr>
          <a:xfrm>
            <a:off x="1920100" y="5293867"/>
            <a:ext cx="4028000" cy="7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9" hasCustomPrompt="1"/>
          </p:nvPr>
        </p:nvSpPr>
        <p:spPr>
          <a:xfrm>
            <a:off x="6244300" y="1441051"/>
            <a:ext cx="1794400" cy="97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333">
                <a:solidFill>
                  <a:schemeClr val="accent1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3" hasCustomPrompt="1"/>
          </p:nvPr>
        </p:nvSpPr>
        <p:spPr>
          <a:xfrm>
            <a:off x="6244300" y="3923595"/>
            <a:ext cx="1794400" cy="97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333">
                <a:solidFill>
                  <a:schemeClr val="accent1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14" hasCustomPrompt="1"/>
          </p:nvPr>
        </p:nvSpPr>
        <p:spPr>
          <a:xfrm>
            <a:off x="6244300" y="2683723"/>
            <a:ext cx="1794400" cy="97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333">
                <a:solidFill>
                  <a:schemeClr val="accent1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5" hasCustomPrompt="1"/>
          </p:nvPr>
        </p:nvSpPr>
        <p:spPr>
          <a:xfrm>
            <a:off x="6244300" y="5163467"/>
            <a:ext cx="1794400" cy="97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333">
                <a:solidFill>
                  <a:schemeClr val="accent1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6"/>
          </p:nvPr>
        </p:nvSpPr>
        <p:spPr>
          <a:xfrm>
            <a:off x="7859600" y="1572867"/>
            <a:ext cx="4028000" cy="7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7"/>
          </p:nvPr>
        </p:nvSpPr>
        <p:spPr>
          <a:xfrm>
            <a:off x="7859600" y="4053533"/>
            <a:ext cx="4028000" cy="7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8"/>
          </p:nvPr>
        </p:nvSpPr>
        <p:spPr>
          <a:xfrm>
            <a:off x="7859600" y="2813200"/>
            <a:ext cx="4028000" cy="7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9"/>
          </p:nvPr>
        </p:nvSpPr>
        <p:spPr>
          <a:xfrm>
            <a:off x="7859600" y="5293867"/>
            <a:ext cx="4028000" cy="7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0734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>
          <a:xfrm>
            <a:off x="587023" y="967537"/>
            <a:ext cx="7416800" cy="93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5333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1"/>
          </p:nvPr>
        </p:nvSpPr>
        <p:spPr>
          <a:xfrm>
            <a:off x="4470400" y="3168033"/>
            <a:ext cx="7140800" cy="29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just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2061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580887" y="413495"/>
            <a:ext cx="4500000" cy="26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>
            <a:spLocks noGrp="1"/>
          </p:cNvSpPr>
          <p:nvPr>
            <p:ph type="pic" idx="2"/>
          </p:nvPr>
        </p:nvSpPr>
        <p:spPr>
          <a:xfrm>
            <a:off x="7525293" y="953400"/>
            <a:ext cx="4362000" cy="51428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5"/>
          <p:cNvSpPr txBox="1">
            <a:spLocks noGrp="1"/>
          </p:cNvSpPr>
          <p:nvPr>
            <p:ph type="subTitle" idx="1"/>
          </p:nvPr>
        </p:nvSpPr>
        <p:spPr>
          <a:xfrm>
            <a:off x="580887" y="3962200"/>
            <a:ext cx="6286400" cy="213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1323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86" name="Google Shape;86;p16"/>
          <p:cNvSpPr>
            <a:spLocks noGrp="1"/>
          </p:cNvSpPr>
          <p:nvPr>
            <p:ph type="pic" idx="2"/>
          </p:nvPr>
        </p:nvSpPr>
        <p:spPr>
          <a:xfrm rot="-5400000">
            <a:off x="622176" y="2120921"/>
            <a:ext cx="4862400" cy="32420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6"/>
          <p:cNvSpPr txBox="1">
            <a:spLocks noGrp="1"/>
          </p:cNvSpPr>
          <p:nvPr>
            <p:ph type="title" hasCustomPrompt="1"/>
          </p:nvPr>
        </p:nvSpPr>
        <p:spPr>
          <a:xfrm>
            <a:off x="5795967" y="1763521"/>
            <a:ext cx="6091600" cy="10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sz="6000" b="1">
                <a:solidFill>
                  <a:schemeClr val="accent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88" name="Google Shape;88;p16"/>
          <p:cNvSpPr txBox="1">
            <a:spLocks noGrp="1"/>
          </p:cNvSpPr>
          <p:nvPr>
            <p:ph type="subTitle" idx="1"/>
          </p:nvPr>
        </p:nvSpPr>
        <p:spPr>
          <a:xfrm>
            <a:off x="5795967" y="2921133"/>
            <a:ext cx="6091600" cy="59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title" idx="3" hasCustomPrompt="1"/>
          </p:nvPr>
        </p:nvSpPr>
        <p:spPr>
          <a:xfrm>
            <a:off x="5795967" y="4053697"/>
            <a:ext cx="6091600" cy="10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sz="6000" b="1">
                <a:solidFill>
                  <a:schemeClr val="accent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90" name="Google Shape;90;p16"/>
          <p:cNvSpPr txBox="1">
            <a:spLocks noGrp="1"/>
          </p:cNvSpPr>
          <p:nvPr>
            <p:ph type="subTitle" idx="4"/>
          </p:nvPr>
        </p:nvSpPr>
        <p:spPr>
          <a:xfrm>
            <a:off x="5795967" y="5211253"/>
            <a:ext cx="6091600" cy="59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title" idx="5"/>
          </p:nvPr>
        </p:nvSpPr>
        <p:spPr>
          <a:xfrm>
            <a:off x="580900" y="404020"/>
            <a:ext cx="11030400" cy="7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9690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5260800" y="1770501"/>
            <a:ext cx="6348800" cy="46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11466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1"/>
          </p:nvPr>
        </p:nvSpPr>
        <p:spPr>
          <a:xfrm>
            <a:off x="1395412" y="1185141"/>
            <a:ext cx="4858400" cy="16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1395399" y="2967933"/>
            <a:ext cx="4658000" cy="10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CREDITS:</a:t>
            </a:r>
            <a:r>
              <a:rPr lang="en" sz="1600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This presentation template was created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Bricolage Grotesque"/>
                <a:ea typeface="Bricolage Grotesque"/>
                <a:cs typeface="Bricolage Grotesque"/>
                <a:sym typeface="Bricolage Grotesq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, and includes icons, infographics &amp; images by </a:t>
            </a:r>
            <a:r>
              <a:rPr lang="en" sz="1600" b="1" u="sng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Magnific</a:t>
            </a:r>
            <a:endParaRPr sz="1600" b="1" u="sng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  <p:extLst>
      <p:ext uri="{BB962C8B-B14F-4D97-AF65-F5344CB8AC3E}">
        <p14:creationId xmlns:p14="http://schemas.microsoft.com/office/powerpoint/2010/main" val="2180330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8"/>
          <p:cNvCxnSpPr/>
          <p:nvPr/>
        </p:nvCxnSpPr>
        <p:spPr>
          <a:xfrm>
            <a:off x="11881833" y="973600"/>
            <a:ext cx="0" cy="491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58164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19"/>
          <p:cNvCxnSpPr/>
          <p:nvPr/>
        </p:nvCxnSpPr>
        <p:spPr>
          <a:xfrm>
            <a:off x="7293433" y="6552067"/>
            <a:ext cx="460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8117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●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○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■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●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○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■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●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○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■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1pPr>
            <a:lvl2pPr lvl="1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2pPr>
            <a:lvl3pPr lvl="2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3pPr>
            <a:lvl4pPr lvl="3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4pPr>
            <a:lvl5pPr lvl="4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5pPr>
            <a:lvl6pPr lvl="5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6pPr>
            <a:lvl7pPr lvl="6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7pPr>
            <a:lvl8pPr lvl="7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8pPr>
            <a:lvl9pPr lvl="8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9" name="Google Shape;9;p1"/>
          <p:cNvCxnSpPr/>
          <p:nvPr/>
        </p:nvCxnSpPr>
        <p:spPr>
          <a:xfrm>
            <a:off x="310700" y="953400"/>
            <a:ext cx="0" cy="495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081617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sz="1867" kern="0">
                <a:solidFill>
                  <a:srgbClr val="FFFFFF"/>
                </a:solidFill>
              </a:rPr>
              <a:pPr defTabSz="1219170">
                <a:buClr>
                  <a:srgbClr val="000000"/>
                </a:buClr>
              </a:pPr>
              <a:t>1</a:t>
            </a:fld>
            <a:endParaRPr sz="1867" kern="0">
              <a:solidFill>
                <a:srgbClr val="FFFFFF"/>
              </a:solidFill>
            </a:endParaRPr>
          </a:p>
        </p:txBody>
      </p:sp>
      <p:sp>
        <p:nvSpPr>
          <p:cNvPr id="168" name="Google Shape;168;p26"/>
          <p:cNvSpPr txBox="1">
            <a:spLocks noGrp="1"/>
          </p:cNvSpPr>
          <p:nvPr>
            <p:ph type="title"/>
          </p:nvPr>
        </p:nvSpPr>
        <p:spPr>
          <a:xfrm>
            <a:off x="466067" y="409033"/>
            <a:ext cx="11145200" cy="97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/>
              <a:t>TAB</a:t>
            </a:r>
            <a:r>
              <a:rPr lang="en" i="1"/>
              <a:t>L</a:t>
            </a:r>
            <a:r>
              <a:rPr lang="en"/>
              <a:t>E O</a:t>
            </a:r>
            <a:r>
              <a:rPr lang="en" i="1"/>
              <a:t>F</a:t>
            </a:r>
            <a:r>
              <a:rPr lang="en"/>
              <a:t> CONT</a:t>
            </a:r>
            <a:r>
              <a:rPr lang="en" i="1"/>
              <a:t>E</a:t>
            </a:r>
            <a:r>
              <a:rPr lang="en"/>
              <a:t>NTS</a:t>
            </a:r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title" idx="2"/>
          </p:nvPr>
        </p:nvSpPr>
        <p:spPr>
          <a:xfrm>
            <a:off x="304800" y="1441051"/>
            <a:ext cx="1794400" cy="978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title" idx="3"/>
          </p:nvPr>
        </p:nvSpPr>
        <p:spPr>
          <a:xfrm>
            <a:off x="304800" y="3923595"/>
            <a:ext cx="1794400" cy="975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title" idx="4"/>
          </p:nvPr>
        </p:nvSpPr>
        <p:spPr>
          <a:xfrm>
            <a:off x="304800" y="2683723"/>
            <a:ext cx="1794400" cy="975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172" name="Google Shape;172;p26"/>
          <p:cNvSpPr txBox="1">
            <a:spLocks noGrp="1"/>
          </p:cNvSpPr>
          <p:nvPr>
            <p:ph type="title" idx="5"/>
          </p:nvPr>
        </p:nvSpPr>
        <p:spPr>
          <a:xfrm>
            <a:off x="304800" y="5163467"/>
            <a:ext cx="1794400" cy="975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  <p:sp>
        <p:nvSpPr>
          <p:cNvPr id="173" name="Google Shape;173;p26"/>
          <p:cNvSpPr txBox="1">
            <a:spLocks noGrp="1"/>
          </p:cNvSpPr>
          <p:nvPr>
            <p:ph type="subTitle" idx="1"/>
          </p:nvPr>
        </p:nvSpPr>
        <p:spPr>
          <a:xfrm>
            <a:off x="1920100" y="1572867"/>
            <a:ext cx="4028000" cy="71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/>
              <a:t>Name of the section</a:t>
            </a:r>
            <a:endParaRPr/>
          </a:p>
        </p:txBody>
      </p:sp>
      <p:sp>
        <p:nvSpPr>
          <p:cNvPr id="174" name="Google Shape;174;p26"/>
          <p:cNvSpPr txBox="1">
            <a:spLocks noGrp="1"/>
          </p:cNvSpPr>
          <p:nvPr>
            <p:ph type="subTitle" idx="6"/>
          </p:nvPr>
        </p:nvSpPr>
        <p:spPr>
          <a:xfrm>
            <a:off x="1920100" y="4053533"/>
            <a:ext cx="4028000" cy="71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/>
              <a:t>Name of the section</a:t>
            </a:r>
            <a:endParaRPr/>
          </a:p>
        </p:txBody>
      </p:sp>
      <p:sp>
        <p:nvSpPr>
          <p:cNvPr id="175" name="Google Shape;175;p26"/>
          <p:cNvSpPr txBox="1">
            <a:spLocks noGrp="1"/>
          </p:cNvSpPr>
          <p:nvPr>
            <p:ph type="subTitle" idx="7"/>
          </p:nvPr>
        </p:nvSpPr>
        <p:spPr>
          <a:xfrm>
            <a:off x="1920100" y="2813200"/>
            <a:ext cx="4028000" cy="71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/>
              <a:t>Name of the section</a:t>
            </a:r>
            <a:endParaRPr/>
          </a:p>
        </p:txBody>
      </p:sp>
      <p:sp>
        <p:nvSpPr>
          <p:cNvPr id="176" name="Google Shape;176;p26"/>
          <p:cNvSpPr txBox="1">
            <a:spLocks noGrp="1"/>
          </p:cNvSpPr>
          <p:nvPr>
            <p:ph type="subTitle" idx="8"/>
          </p:nvPr>
        </p:nvSpPr>
        <p:spPr>
          <a:xfrm>
            <a:off x="1920100" y="5293867"/>
            <a:ext cx="4028000" cy="71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/>
              <a:t>Name of the section</a:t>
            </a:r>
            <a:endParaRPr/>
          </a:p>
        </p:txBody>
      </p:sp>
      <p:sp>
        <p:nvSpPr>
          <p:cNvPr id="177" name="Google Shape;177;p26"/>
          <p:cNvSpPr txBox="1">
            <a:spLocks noGrp="1"/>
          </p:cNvSpPr>
          <p:nvPr>
            <p:ph type="title" idx="9"/>
          </p:nvPr>
        </p:nvSpPr>
        <p:spPr>
          <a:xfrm>
            <a:off x="6244300" y="1441051"/>
            <a:ext cx="1794400" cy="978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05</a:t>
            </a:r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title" idx="13"/>
          </p:nvPr>
        </p:nvSpPr>
        <p:spPr>
          <a:xfrm>
            <a:off x="6244300" y="3923595"/>
            <a:ext cx="1794400" cy="975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07</a:t>
            </a:r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title" idx="14"/>
          </p:nvPr>
        </p:nvSpPr>
        <p:spPr>
          <a:xfrm>
            <a:off x="6244300" y="2683723"/>
            <a:ext cx="1794400" cy="975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06</a:t>
            </a:r>
            <a:endParaRPr/>
          </a:p>
        </p:txBody>
      </p:sp>
      <p:sp>
        <p:nvSpPr>
          <p:cNvPr id="180" name="Google Shape;180;p26"/>
          <p:cNvSpPr txBox="1">
            <a:spLocks noGrp="1"/>
          </p:cNvSpPr>
          <p:nvPr>
            <p:ph type="title" idx="15"/>
          </p:nvPr>
        </p:nvSpPr>
        <p:spPr>
          <a:xfrm>
            <a:off x="6244300" y="5163467"/>
            <a:ext cx="1794400" cy="975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08</a:t>
            </a:r>
            <a:endParaRPr/>
          </a:p>
        </p:txBody>
      </p:sp>
      <p:sp>
        <p:nvSpPr>
          <p:cNvPr id="181" name="Google Shape;181;p26"/>
          <p:cNvSpPr txBox="1">
            <a:spLocks noGrp="1"/>
          </p:cNvSpPr>
          <p:nvPr>
            <p:ph type="subTitle" idx="16"/>
          </p:nvPr>
        </p:nvSpPr>
        <p:spPr>
          <a:xfrm>
            <a:off x="7859600" y="1572867"/>
            <a:ext cx="4028000" cy="71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/>
              <a:t>Name of the section</a:t>
            </a:r>
            <a:endParaRPr/>
          </a:p>
        </p:txBody>
      </p:sp>
      <p:sp>
        <p:nvSpPr>
          <p:cNvPr id="182" name="Google Shape;182;p26"/>
          <p:cNvSpPr txBox="1">
            <a:spLocks noGrp="1"/>
          </p:cNvSpPr>
          <p:nvPr>
            <p:ph type="subTitle" idx="17"/>
          </p:nvPr>
        </p:nvSpPr>
        <p:spPr>
          <a:xfrm>
            <a:off x="7859600" y="4053533"/>
            <a:ext cx="4028000" cy="71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/>
              <a:t>Name of the section</a:t>
            </a:r>
            <a:endParaRPr/>
          </a:p>
        </p:txBody>
      </p:sp>
      <p:sp>
        <p:nvSpPr>
          <p:cNvPr id="183" name="Google Shape;183;p26"/>
          <p:cNvSpPr txBox="1">
            <a:spLocks noGrp="1"/>
          </p:cNvSpPr>
          <p:nvPr>
            <p:ph type="subTitle" idx="18"/>
          </p:nvPr>
        </p:nvSpPr>
        <p:spPr>
          <a:xfrm>
            <a:off x="7859600" y="2813200"/>
            <a:ext cx="4028000" cy="71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/>
              <a:t>Name of the section</a:t>
            </a:r>
            <a:endParaRPr/>
          </a:p>
        </p:txBody>
      </p:sp>
      <p:sp>
        <p:nvSpPr>
          <p:cNvPr id="184" name="Google Shape;184;p26"/>
          <p:cNvSpPr txBox="1">
            <a:spLocks noGrp="1"/>
          </p:cNvSpPr>
          <p:nvPr>
            <p:ph type="subTitle" idx="19"/>
          </p:nvPr>
        </p:nvSpPr>
        <p:spPr>
          <a:xfrm>
            <a:off x="7859600" y="5293867"/>
            <a:ext cx="4028000" cy="71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/>
              <a:t>Name of the section</a:t>
            </a:r>
            <a:endParaRPr/>
          </a:p>
        </p:txBody>
      </p:sp>
      <p:cxnSp>
        <p:nvCxnSpPr>
          <p:cNvPr id="185" name="Google Shape;185;p26"/>
          <p:cNvCxnSpPr/>
          <p:nvPr/>
        </p:nvCxnSpPr>
        <p:spPr>
          <a:xfrm>
            <a:off x="310040" y="2550233"/>
            <a:ext cx="1148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" name="Google Shape;186;p26"/>
          <p:cNvCxnSpPr/>
          <p:nvPr/>
        </p:nvCxnSpPr>
        <p:spPr>
          <a:xfrm>
            <a:off x="310040" y="3790567"/>
            <a:ext cx="1148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" name="Google Shape;187;p26"/>
          <p:cNvCxnSpPr/>
          <p:nvPr/>
        </p:nvCxnSpPr>
        <p:spPr>
          <a:xfrm>
            <a:off x="310040" y="5030900"/>
            <a:ext cx="1148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Abstract Art by Slidesgo">
  <a:themeElements>
    <a:clrScheme name="Simple Light">
      <a:dk1>
        <a:srgbClr val="FFFFFF"/>
      </a:dk1>
      <a:lt1>
        <a:srgbClr val="1C2C3B"/>
      </a:lt1>
      <a:dk2>
        <a:srgbClr val="96BFCB"/>
      </a:dk2>
      <a:lt2>
        <a:srgbClr val="44466A"/>
      </a:lt2>
      <a:accent1>
        <a:srgbClr val="F8819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Arial</vt:lpstr>
      <vt:lpstr>Bricolage Grotesque</vt:lpstr>
      <vt:lpstr>Bricolage Grotesque ExtraBold</vt:lpstr>
      <vt:lpstr>Bricolage Grotesque Light</vt:lpstr>
      <vt:lpstr>Bricolage Grotesque SemiBold</vt:lpstr>
      <vt:lpstr>Google Sans</vt:lpstr>
      <vt:lpstr>Raleway</vt:lpstr>
      <vt:lpstr>Abstract Art by Slidesgo</vt:lpstr>
      <vt:lpstr>TABLE OF CONTENTS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Nalini Mandava</dc:creator>
  <cp:lastModifiedBy>Sundar Narisetti</cp:lastModifiedBy>
  <cp:revision>1</cp:revision>
  <dcterms:created xsi:type="dcterms:W3CDTF">2026-06-12T19:02:15Z</dcterms:created>
  <dcterms:modified xsi:type="dcterms:W3CDTF">2026-06-12T19:07:03Z</dcterms:modified>
</cp:coreProperties>
</file>