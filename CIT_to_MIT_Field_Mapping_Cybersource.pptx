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65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 → MIT Field Mapping for Compliant Recurring Renewal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10698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prove customer consent at the initial transaction, then link each future merchant-initiated renewal back to that lifecycle.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971800" cy="1143000"/>
          </a:xfrm>
          <a:prstGeom prst="roundRect">
            <a:avLst>
              <a:gd name="adj" fmla="val 14400"/>
            </a:avLst>
          </a:prstGeom>
          <a:solidFill>
            <a:srgbClr val="EAF3FF"/>
          </a:solidFill>
          <a:ln w="12700">
            <a:solidFill>
              <a:srgbClr val="93B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Initial CIT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actively authorizes payment + storage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764792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D8EAFF"/>
          </a:solidFill>
          <a:ln w="12700">
            <a:solidFill>
              <a:srgbClr val="D8E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10512"/>
            <a:ext cx="1234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initiator.type = customer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11680" y="1764792"/>
            <a:ext cx="1078992" cy="274320"/>
          </a:xfrm>
          <a:prstGeom prst="roundRect">
            <a:avLst>
              <a:gd name="adj" fmla="val 46667"/>
            </a:avLst>
          </a:prstGeom>
          <a:solidFill>
            <a:srgbClr val="D8EAFF"/>
          </a:solidFill>
          <a:ln w="12700">
            <a:solidFill>
              <a:srgbClr val="D8E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810512"/>
            <a:ext cx="9875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credentialStoredOnFile = true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2971800" cy="1143000"/>
          </a:xfrm>
          <a:prstGeom prst="roundRect">
            <a:avLst>
              <a:gd name="adj" fmla="val 14400"/>
            </a:avLst>
          </a:prstGeom>
          <a:solidFill>
            <a:srgbClr val="FFF3E7"/>
          </a:solidFill>
          <a:ln w="12700">
            <a:solidFill>
              <a:srgbClr val="F5C3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07008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Persist linkage evidence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what the issuer/network returned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1764792"/>
            <a:ext cx="1600200" cy="274320"/>
          </a:xfrm>
          <a:prstGeom prst="roundRect">
            <a:avLst>
              <a:gd name="adj" fmla="val 46667"/>
            </a:avLst>
          </a:prstGeom>
          <a:solidFill>
            <a:srgbClr val="FFE4C6"/>
          </a:solidFill>
          <a:ln w="12700">
            <a:solidFill>
              <a:srgbClr val="FFE4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810512"/>
            <a:ext cx="1508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networkTransactionId / transactionId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92240" y="1764792"/>
            <a:ext cx="749808" cy="274320"/>
          </a:xfrm>
          <a:prstGeom prst="roundRect">
            <a:avLst>
              <a:gd name="adj" fmla="val 46667"/>
            </a:avLst>
          </a:prstGeom>
          <a:solidFill>
            <a:srgbClr val="FFE4C6"/>
          </a:solidFill>
          <a:ln w="12700">
            <a:solidFill>
              <a:srgbClr val="FFE4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810512"/>
            <a:ext cx="6583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auth amount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823960" y="1051560"/>
            <a:ext cx="2971800" cy="1143000"/>
          </a:xfrm>
          <a:prstGeom prst="roundRect">
            <a:avLst>
              <a:gd name="adj" fmla="val 14400"/>
            </a:avLst>
          </a:prstGeom>
          <a:solidFill>
            <a:srgbClr val="EAF8F0"/>
          </a:solidFill>
          <a:ln w="12700">
            <a:solidFill>
              <a:srgbClr val="96D8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1207008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Subsequent MIT renewal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34272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Merchant/system charges under prior agreement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34272" y="1764792"/>
            <a:ext cx="1225296" cy="274320"/>
          </a:xfrm>
          <a:prstGeom prst="roundRect">
            <a:avLst>
              <a:gd name="adj" fmla="val 46667"/>
            </a:avLst>
          </a:prstGeom>
          <a:solidFill>
            <a:srgbClr val="DDF4E8"/>
          </a:solidFill>
          <a:ln w="12700">
            <a:solidFill>
              <a:srgbClr val="DDF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1810512"/>
            <a:ext cx="11338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initiator.type = merchant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314432" y="1764792"/>
            <a:ext cx="1133856" cy="274320"/>
          </a:xfrm>
          <a:prstGeom prst="roundRect">
            <a:avLst>
              <a:gd name="adj" fmla="val 46667"/>
            </a:avLst>
          </a:prstGeom>
          <a:solidFill>
            <a:srgbClr val="DDF4E8"/>
          </a:solidFill>
          <a:ln w="12700">
            <a:solidFill>
              <a:srgbClr val="DDF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60152" y="1810512"/>
            <a:ext cx="104241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commerceIndicator = recurring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493008" y="1627632"/>
            <a:ext cx="923544" cy="0"/>
          </a:xfrm>
          <a:prstGeom prst="line">
            <a:avLst/>
          </a:prstGeom>
          <a:noFill/>
          <a:ln w="2921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99248" y="1627632"/>
            <a:ext cx="923544" cy="0"/>
          </a:xfrm>
          <a:prstGeom prst="line">
            <a:avLst/>
          </a:prstGeom>
          <a:noFill/>
          <a:ln w="29210">
            <a:solidFill>
              <a:srgbClr val="1E9E65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538728" y="1344168"/>
            <a:ext cx="841248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response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7754112" y="1344168"/>
            <a:ext cx="786384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in MIT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11480" y="2514600"/>
            <a:ext cx="11365992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70662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mapping checklist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69080" y="2743200"/>
            <a:ext cx="69494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the implementation conversation between SFCC / Salesforce CRM / Kulturra / Cybersource.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" y="3063240"/>
            <a:ext cx="10881360" cy="32004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154680"/>
            <a:ext cx="25603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CIT: capture / receive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794760" y="3154680"/>
            <a:ext cx="21488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internally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400800" y="3154680"/>
            <a:ext cx="30175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MIT: send on renewal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829800" y="3154680"/>
            <a:ext cx="14630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flag/value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58368" y="3456432"/>
            <a:ext cx="10881360" cy="329184"/>
          </a:xfrm>
          <a:prstGeom prst="rect">
            <a:avLst/>
          </a:prstGeom>
          <a:solidFill>
            <a:srgbClr val="F8FAFD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3538728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authorizationOptions.initiator.type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794760" y="3538728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 transaction type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400800" y="3538728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authorizationOptions.initiator.type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9829800" y="3538728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9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58368" y="3840480"/>
            <a:ext cx="108813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" y="3922776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authorizationOptions.initiator.credentialStoredOnFile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3794760" y="3922776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consent + timestamp + channel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400800" y="3922776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authorizationOptions.initiator.storedCredentialUsed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9829800" y="3922776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9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58368" y="4224528"/>
            <a:ext cx="10881360" cy="329184"/>
          </a:xfrm>
          <a:prstGeom prst="rect">
            <a:avLst/>
          </a:prstGeom>
          <a:solidFill>
            <a:srgbClr val="F8FAFD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" y="4306824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processorInformation.networkTransactionId / transactionId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3794760" y="4306824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 NTID / processor transaction ID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6400800" y="4306824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merchantInitiatedTransaction.previousTransactionId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982980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&lt;CIT NTID&gt;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58368" y="4608576"/>
            <a:ext cx="108813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" y="4690872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orderInformation.amountDetails.authorizedAmount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3794760" y="4690872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authorized amount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400800" y="4690872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merchantInitiatedTransaction.originalAuthorizedAmount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9829800" y="4690872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&lt;CIT amount&gt;*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658368" y="4992624"/>
            <a:ext cx="10881360" cy="329184"/>
          </a:xfrm>
          <a:prstGeom prst="rect">
            <a:avLst/>
          </a:prstGeom>
          <a:solidFill>
            <a:srgbClr val="F8FAFD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5074920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/ subscription / member ID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3794760" y="5074920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agreement reference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6400800" y="5074920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merchantInitiatedTransaction.agreementId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9829800" y="5074920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&lt;agreement ID&gt;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658368" y="5376672"/>
            <a:ext cx="108813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9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5458968"/>
            <a:ext cx="2697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transaction context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3794760" y="5458968"/>
            <a:ext cx="21945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Recurring/subscription intent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6400800" y="5458968"/>
            <a:ext cx="2971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processingInformation.commerceIndicator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9829800" y="5458968"/>
            <a:ext cx="1417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9E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658368" y="5833872"/>
            <a:ext cx="10881360" cy="292608"/>
          </a:xfrm>
          <a:prstGeom prst="roundRect">
            <a:avLst>
              <a:gd name="adj" fmla="val 56250"/>
            </a:avLst>
          </a:prstGeom>
          <a:solidFill>
            <a:srgbClr val="FFF7EA"/>
          </a:solidFill>
          <a:ln w="12700">
            <a:solidFill>
              <a:srgbClr val="F5C38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" y="5916168"/>
            <a:ext cx="89611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5E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originalAuthorizedAmount is especially important where the processor/card brand requires it; validate exact requirement by processor/acquirer.</a:t>
            </a:r>
            <a:endParaRPr lang="en-US" sz="830" dirty="0"/>
          </a:p>
        </p:txBody>
      </p:sp>
      <p:sp>
        <p:nvSpPr>
          <p:cNvPr id="69" name="Text 67"/>
          <p:cNvSpPr/>
          <p:nvPr/>
        </p:nvSpPr>
        <p:spPr>
          <a:xfrm>
            <a:off x="411480" y="6291072"/>
            <a:ext cx="10789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rule: MIT.subsequent_auth_transaction_id / previousTransactionId = CIT.networkTransactionId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75488" y="6565392"/>
            <a:ext cx="11064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Cybersource Stored Credentials / Credentialed Transactions REST docs; Cybersource REST field mapping for previousTransactionId → subsequent_auth_transaction_id.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 to MIT Field Mapping</dc:title>
  <dc:subject>CIT to MIT field mapping for Cybersource REST API</dc:subject>
  <dc:creator>OpenAI</dc:creator>
  <cp:lastModifiedBy>Sundar Narisetti</cp:lastModifiedBy>
  <cp:revision>1</cp:revision>
  <dcterms:created xsi:type="dcterms:W3CDTF">2026-05-27T16:31:47Z</dcterms:created>
  <dcterms:modified xsi:type="dcterms:W3CDTF">2026-06-12T16:17:29Z</dcterms:modified>
</cp:coreProperties>
</file>